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C896"/>
                </a:solidFill>
              </a:defRPr>
            </a:pPr>
            <a:r>
              <a:t>EasyPharma</a:t>
            </a:r>
          </a:p>
          <a:p>
            <a:pPr>
              <a:spcBef>
                <a:spcPts val="1400"/>
              </a:spcBef>
              <a:defRPr sz="2400">
                <a:solidFill>
                  <a:srgbClr val="FFFFFF"/>
                </a:solidFill>
              </a:defRPr>
            </a:pPr>
            <a:r>
              <a:t>Next-Gen Hybrid Cloud POS &amp; Smart Inventory for Indian Chemist Retailers</a:t>
            </a:r>
          </a:p>
          <a:p>
            <a:pPr>
              <a:spcBef>
                <a:spcPts val="2000"/>
              </a:spcBef>
              <a:defRPr sz="1400">
                <a:solidFill>
                  <a:srgbClr val="A0AFC3"/>
                </a:solidFill>
              </a:defRPr>
            </a:pPr>
            <a:r>
              <a:t>Digitizing 12 Lakh+ Chemist Stores | 100% Offline Billing | AI Prescription Scanning | WhatsApp Invoicing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Facing 12 Lakh+ Indian Retail Pharmacies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❌ High Expiry Losses: </a:t>
            </a:r>
            <a:r>
              <a:rPr b="0" sz="1400">
                <a:solidFill>
                  <a:srgbClr val="A0AFC3"/>
                </a:solidFill>
              </a:rPr>
              <a:t>Retail chemists lose 5-10% of inventory value annually due to unmonitored drug expiry and lack of FEFO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1E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❌ Internet Outage Downtime: </a:t>
            </a:r>
            <a:r>
              <a:rPr b="0" sz="1400">
                <a:solidFill>
                  <a:srgbClr val="A0AFC3"/>
                </a:solidFill>
              </a:rPr>
              <a:t>Cloud-only POS systems crash or stall during network outages in Tier-2/3 towns, causing sales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1E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❌ Slow Manual Prescription Typing: </a:t>
            </a:r>
            <a:r>
              <a:rPr b="0" sz="1400">
                <a:solidFill>
                  <a:srgbClr val="A0AFC3"/>
                </a:solidFill>
              </a:rPr>
              <a:t>Staff wastes hours manually searching &amp; typing handwritten doctor prescriptions during rush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1E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❌ No Digital Customer Connection: </a:t>
            </a:r>
            <a:r>
              <a:rPr b="0" sz="1400">
                <a:solidFill>
                  <a:srgbClr val="A0AFC3"/>
                </a:solidFill>
              </a:rPr>
              <a:t>Stores issue paper bills with zero automated refill reminders or WhatsApp patient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1E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❌ High Cost of Legacy Software: </a:t>
            </a:r>
            <a:r>
              <a:rPr b="0" sz="1400">
                <a:solidFill>
                  <a:srgbClr val="A0AFC3"/>
                </a:solidFill>
              </a:rPr>
              <a:t>Traditional desktop software charge ₹15k-₹25k upfront + heavy hidden module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 — EasyPharma Hybrid Cloud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C896"/>
                </a:solidFill>
              </a:defRPr>
            </a:pPr>
            <a:r>
              <a:t>✅ ⚡ 100% Offline-Cloud Hybrid Sync: </a:t>
            </a:r>
            <a:r>
              <a:rPr b="0" sz="1400">
                <a:solidFill>
                  <a:srgbClr val="FFFFFF"/>
                </a:solidFill>
              </a:rPr>
              <a:t>Bills continuously without internet. Auto-syncs to cloud when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C896"/>
                </a:solidFill>
              </a:defRPr>
            </a:pPr>
            <a:r>
              <a:t>✅ 📸 AI Prescription Scanner: </a:t>
            </a:r>
            <a:r>
              <a:rPr b="0" sz="1400">
                <a:solidFill>
                  <a:srgbClr val="FFFFFF"/>
                </a:solidFill>
              </a:rPr>
              <a:t>Instantly reads handwritten/printed prescriptions &amp; matches stock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C896"/>
                </a:solidFill>
              </a:defRPr>
            </a:pPr>
            <a:r>
              <a:t>✅ ⏳ Automated FEFO Expiry Control: </a:t>
            </a:r>
            <a:r>
              <a:rPr b="0" sz="1400">
                <a:solidFill>
                  <a:srgbClr val="FFFFFF"/>
                </a:solidFill>
              </a:rPr>
              <a:t>Proactively alerts near-expiry batches to prevent 80%+ stock wastage.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C896"/>
                </a:solidFill>
              </a:defRPr>
            </a:pPr>
            <a:r>
              <a:t>✅ 📲 WhatsApp Digital Invoicing: </a:t>
            </a:r>
            <a:r>
              <a:rPr b="0" sz="1400">
                <a:solidFill>
                  <a:srgbClr val="FFFFFF"/>
                </a:solidFill>
              </a:rPr>
              <a:t>Sends e-bills &amp; automated refill reminders directly to patients on WhatsApp.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C896"/>
                </a:solidFill>
              </a:defRPr>
            </a:pPr>
            <a:r>
              <a:t>✅ 📊 Automated Compliance Logs: </a:t>
            </a:r>
            <a:r>
              <a:rPr b="0" sz="1400">
                <a:solidFill>
                  <a:srgbClr val="FFFFFF"/>
                </a:solidFill>
              </a:rPr>
              <a:t>Auto-generates Schedule H/H1 registers &amp; GST tax summary logs effortlessly.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Research &amp; Growth Horizon (2024 - 2030)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64592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C896"/>
                </a:solidFill>
              </a:defRPr>
            </a:pPr>
            <a:r>
              <a:t>$65 Billion+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Indian Pharmacy Retail Market by 2030 (IBEF / EY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164592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C896"/>
                </a:solidFill>
              </a:defRPr>
            </a:pPr>
            <a:r>
              <a:t>85%+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Sales Controlled by Independent Retail Chemists (Tier 2/3)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164592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C896"/>
                </a:solidFill>
              </a:defRPr>
            </a:pPr>
            <a:r>
              <a:t>12 Lakh+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Retail Chemist Stores needing Cloud &amp; AI Digitalization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96"/>
                </a:solidFill>
              </a:defRPr>
            </a:pPr>
            <a:r>
              <a:t>Industry Insights &amp; Citations: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Growth Trajectory: Growing from $30 Billion (2024) to $65+ Billion by 2030 at 11.5% CAGR.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Tier 2 &amp; 3 Expansion: 65% of new healthcare consumption is emerging from Tier 2/3 towns.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High Retention SaaS: Retail chemists have low churn once migrated to a reliable hybrid POS.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Official Sources: IBEF Pharma Retail Report 2024, EY India Healthcare Transformation Study, PwC Retail Healthcare.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Pricing Advantage — EasyPharma vs Traditional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749039"/>
                <a:gridCol w="377647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0C896"/>
                          </a:solidFill>
                        </a:defRPr>
                      </a:pPr>
                      <a:r>
                        <a:t>EasyPharma 🚀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Traditional Competitors (Marg/Busy) 🐢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Upfront Setup &amp; License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₹6,500 (Setup &amp; Data Migration included)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₹12,000 – ₹25,000 (High entry fee)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Annual Maintenance (AMC)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₹2,000 / year (All-inclusive)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₹4,500 – ₹8,000 / year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WhatsApp Invoicing Module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Included FREE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₹2,000 – ₹4,000 / year Add-on fee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AI Prescription Scanner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Hardware Needed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Runs on any budget PC / Laptop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Requires high-end Windows desktop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Total 3-Year Cost of Ownership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C896"/>
                          </a:solidFill>
                        </a:defRPr>
                      </a:pPr>
                      <a:r>
                        <a:t>~₹10,500 (60-70% Savings!)</a:t>
                      </a:r>
                    </a:p>
                  </a:txBody>
                  <a:tcPr>
                    <a:solidFill>
                      <a:srgbClr val="0A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0AFC3"/>
                          </a:solidFill>
                        </a:defRPr>
                      </a:pPr>
                      <a:r>
                        <a:t>~₹25,000 – ₹40,000+</a:t>
                      </a:r>
                    </a:p>
                  </a:txBody>
                  <a:tcPr>
                    <a:solidFill>
                      <a:srgbClr val="0610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Strategic Value — Why Invest / Acquire EasyPharma?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10515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C896"/>
                </a:solidFill>
              </a:defRPr>
            </a:pPr>
            <a:r>
              <a:t>💡 Strategic Retail Supply-Chain Control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Owning the POS at the retail chemist store gives direct visibility into real-time drug demand, stock levels, and regional sales velocity.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5912" cy="10515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C896"/>
                </a:solidFill>
              </a:defRPr>
            </a:pPr>
            <a:r>
              <a:t>💡 High Gross Margin SaaS (85%+)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SaaS AMC renewals deliver 85%+ gross profit margins with low churn in Tier-2/3 towns.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5912" cy="10515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C896"/>
                </a:solidFill>
              </a:defRPr>
            </a:pPr>
            <a:r>
              <a:t>💡 High Exit / Acquisition Potential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Tata 1mg, Reliance Netmeds, PharmEasy &amp; pharma stockists actively acquire chemist POS platforms to lock in supply chains.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5912" cy="10515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C896"/>
                </a:solidFill>
              </a:defRPr>
            </a:pPr>
            <a:r>
              <a:t>💡 First-Mover Hybrid AI Advantage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Combines Offline POS + AI Prescription Scanning + WhatsApp Engagement in a single lightweight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 Status &amp; Proven Local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896"/>
                </a:solidFill>
              </a:defRPr>
            </a:pPr>
            <a:r>
              <a:t>🚀 Product is 100% Built, Tested &amp; Live in Production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Active Paying Stores: Currently running in retail pharmacies including Prince Medical Store, Tawakkal Medical, Adishakti Medical (Pusad).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Feature Complete: Hybrid Offline-Cloud Engine, AI Prescription Scanner, FEFO Expiry Tracking, WhatsApp Billing, Schedule H/H1 Audit Logs.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Zero Churn: 100% user retention and positive feedback on speed and simplicity.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1-Year Growth Projection — 500 Stores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00C896"/>
                </a:solidFill>
              </a:defRPr>
            </a:pPr>
            <a:r>
              <a:t>₹32.5 Lakhs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500 Stores × ₹6,500 Initial Setup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011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00C896"/>
                </a:solidFill>
              </a:defRPr>
            </a:pPr>
            <a:r>
              <a:t>₹10.0 Lakhs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500 Stores × ₹2,000 Annual Recurring Revenue (ARR)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01168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00C896"/>
                </a:solidFill>
              </a:defRPr>
            </a:pPr>
            <a:r>
              <a:t>₹42.5 Lakhs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Total Projected Year 1-2 Revenue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96"/>
                </a:solidFill>
              </a:defRPr>
            </a:pPr>
            <a:r>
              <a:t>12-Month Execution Roadmap: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➔ Month 1–3: Onboard 50 Stores (Validation &amp; Stockist Partner Channel Setup)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➔ Month 4–8: Onboard 200 Stores (Direct Sales Force + Regional Stockist Tie-ups)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➔ Month 9–12: Onboard 250 Stores (Expand across Maharashtra Tier 2/3 clusters)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Fund Requirement &amp; Capital Allocation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📢 40% — Product Marketing &amp; Sales Acquisition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Ground Sales Executives in target districts, B2B chemist association campaigns, and Stockist Channel Partner incentives.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💻 30% — Research &amp; Development (R&amp;D)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Enhancing AI prescription scanner OCR accuracy, server scalability, multi-branch engine &amp; companion mobile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⚙️ 30% — Customer Support &amp; Field Operations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Customer onboarding &amp; data migration team (importing legacy software data) and 24/7 dedicated support desk.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Go-To-Market Strategy (Zero Wasted Ad-Spend)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🤝 1. Wholesale Stockist B2B Tie-ups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Partner with regional pharma distributors who supply to 100+ chemists. Distributors promote EasyPharma to get auto-generated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🏃 2. Direct Field Sales Force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Deploy 2-3 hyper-local sales representatives in key Tier-2/3 pharmacy hubs for live shop demos.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5912" cy="1280160"/>
          </a:xfrm>
          <a:prstGeom prst="roundRect">
            <a:avLst/>
          </a:prstGeom>
          <a:solidFill>
            <a:srgbClr val="0F1C30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C896"/>
                </a:solidFill>
              </a:defRPr>
            </a:pPr>
            <a:r>
              <a:t>🎁 3. Chemist Referral Program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Existing chemist users get 1 month free AMC for every new chemist store referred.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96"/>
                </a:solidFill>
              </a:defRPr>
            </a:pPr>
            <a:r>
              <a:t>EASYPHARMA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Founder Profile &amp; Long-Term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896"/>
                </a:solidFill>
              </a:defRPr>
            </a:pPr>
            <a:r>
              <a:t>👨‍💻 Founder &amp; Technical Architect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Experienced Full-Stack Architect with deep hands-on expertise in Next.js, Node.js, Cloud Architectures, and Hybrid POS Systems.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Built EasyPharma ground-up after analyzing real ground-level operational problems of retail chemists in Tier-2/3 India.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Vision: To digitize 50,000+ independent retail pharmacies across India and build the largest Tier-2/3 pharmaceutical supply-chain intelligence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C896"/>
                </a:solidFill>
              </a:defRPr>
            </a:pPr>
            <a:r>
              <a:t>Let's Transform India's Chemist Retail Ecosystem Together!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📧 Email: farooqaziz1993@gmail.com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📞 Phone: +91 96578 47644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📍 Location: Pusad, Maharashtra, India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🌐 Repository: github.com/farooq1993/mmrtechsolutions.git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